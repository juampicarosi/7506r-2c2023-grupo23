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21d1341c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621d1341c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6318a0660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6318a0660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6318a0660b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6318a0660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318a0660b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318a0660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318a0660b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318a0660b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621d1341c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621d1341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21d1341c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21d1341c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21d1341c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21d1341c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318a0660b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318a0660b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Xst0K_mVLB37nrY1rms6WHCAPXsZuFYi/view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Fake Nets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matrix-will-smith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7000" y="116922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Restricted Boltzmann Machine</a:t>
            </a:r>
            <a:endParaRPr/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Restricted Boltzmann Machines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51168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introduced as Harmonium by Paul Smolensky in 1986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875" y="2571738"/>
            <a:ext cx="285750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Autoencoders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600" y="2017175"/>
            <a:ext cx="50292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Belief Network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350" y="1853850"/>
            <a:ext cx="356693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Paso 1: entrenar un auto-encoder para la cara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575" y="1853850"/>
            <a:ext cx="591624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Paso 2: entrenar un auto-encoder para la cara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425" y="1953925"/>
            <a:ext cx="591624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Paso 3: Trucazo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825" y="1853850"/>
            <a:ext cx="591624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Reconocimiento de caras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729450" y="2078875"/>
            <a:ext cx="7688700" cy="8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Se utiliza una red convolucional para el </a:t>
            </a:r>
            <a:r>
              <a:rPr lang="en"/>
              <a:t>reconocimiento</a:t>
            </a:r>
            <a:r>
              <a:rPr lang="en"/>
              <a:t> de caras, similar al que usa Fecebook. El recuadro con la cara se pasa por la red Autoencoder.</a:t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3225" y="2919475"/>
            <a:ext cx="3411954" cy="191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